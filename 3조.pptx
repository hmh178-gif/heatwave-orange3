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8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BAA502-F9CC-41B0-843F-01438A8A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515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9" y="0"/>
            <a:ext cx="16258032" cy="9144000"/>
          </a:xfrm>
          <a:prstGeom prst="rect">
            <a:avLst/>
          </a:prstGeom>
          <a:solidFill>
            <a:srgbClr val="EE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457200"/>
            <a:ext cx="15307055" cy="16459"/>
          </a:xfrm>
          <a:prstGeom prst="rect">
            <a:avLst/>
          </a:prstGeom>
          <a:solidFill>
            <a:srgbClr val="A0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5488" y="8641080"/>
            <a:ext cx="15307055" cy="16459"/>
          </a:xfrm>
          <a:prstGeom prst="rect">
            <a:avLst/>
          </a:prstGeom>
          <a:solidFill>
            <a:srgbClr val="A0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34777"/>
            <a:ext cx="73152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091B32"/>
                </a:solidFill>
                <a:latin typeface="맑은 고딕"/>
              </a:rPr>
              <a:t>결론</a:t>
            </a:r>
            <a:r>
              <a:rPr sz="4000" b="1" dirty="0">
                <a:solidFill>
                  <a:srgbClr val="091B32"/>
                </a:solidFill>
                <a:latin typeface="맑은 고딕"/>
              </a:rPr>
              <a:t> 및 </a:t>
            </a:r>
            <a:r>
              <a:rPr sz="4000" b="1" dirty="0" err="1">
                <a:solidFill>
                  <a:srgbClr val="091B32"/>
                </a:solidFill>
                <a:latin typeface="맑은 고딕"/>
              </a:rPr>
              <a:t>활용</a:t>
            </a:r>
            <a:r>
              <a:rPr sz="4000" b="1" dirty="0">
                <a:solidFill>
                  <a:srgbClr val="091B32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091B32"/>
                </a:solidFill>
                <a:latin typeface="맑은 고딕"/>
              </a:rPr>
              <a:t>방안</a:t>
            </a:r>
            <a:endParaRPr sz="4000" b="1" dirty="0">
              <a:solidFill>
                <a:srgbClr val="091B3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542663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505050"/>
                </a:solidFill>
                <a:latin typeface="맑은 고딕"/>
              </a:rPr>
              <a:t>폭염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사각지대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지도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기반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쉼터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확충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우선순위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도출</a:t>
            </a:r>
            <a:endParaRPr sz="1600" b="1" dirty="0">
              <a:solidFill>
                <a:srgbClr val="505050"/>
              </a:solidFill>
              <a:latin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10727" y="2240280"/>
            <a:ext cx="13716" cy="4343400"/>
          </a:xfrm>
          <a:prstGeom prst="rect">
            <a:avLst/>
          </a:prstGeom>
          <a:solidFill>
            <a:srgbClr val="A0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91440" cy="594360"/>
          </a:xfrm>
          <a:prstGeom prst="rect">
            <a:avLst/>
          </a:prstGeom>
          <a:solidFill>
            <a:srgbClr val="114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256669"/>
            <a:ext cx="63093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091B32"/>
                </a:solidFill>
                <a:latin typeface="맑은 고딕"/>
              </a:rPr>
              <a:t>결론</a:t>
            </a:r>
            <a:endParaRPr sz="4000" b="1" dirty="0">
              <a:solidFill>
                <a:srgbClr val="091B32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6130" y="3518516"/>
            <a:ext cx="6400800" cy="2215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0F0F0F"/>
                </a:solidFill>
                <a:latin typeface="맑은 고딕"/>
              </a:rPr>
              <a:t>쉼터는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단순히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많이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설치하기보다</a:t>
            </a:r>
            <a:endParaRPr sz="3200" b="1" dirty="0">
              <a:solidFill>
                <a:srgbClr val="0F0F0F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폭염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노출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과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고령인구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수요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에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비해</a:t>
            </a:r>
            <a:r>
              <a:rPr lang="en-US"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공급이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부족한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지역에</a:t>
            </a:r>
            <a:endParaRPr sz="3200" b="1" dirty="0">
              <a:solidFill>
                <a:srgbClr val="0F0F0F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우선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배치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필요</a:t>
            </a:r>
            <a:endParaRPr sz="3200" b="1" dirty="0">
              <a:solidFill>
                <a:srgbClr val="7E120E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0" y="2331720"/>
            <a:ext cx="91440" cy="594360"/>
          </a:xfrm>
          <a:prstGeom prst="rect">
            <a:avLst/>
          </a:prstGeom>
          <a:solidFill>
            <a:srgbClr val="114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408" y="2256669"/>
            <a:ext cx="63093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091B32"/>
                </a:solidFill>
                <a:latin typeface="맑은 고딕"/>
              </a:rPr>
              <a:t>활용</a:t>
            </a:r>
            <a:r>
              <a:rPr sz="4000" b="1" dirty="0">
                <a:solidFill>
                  <a:srgbClr val="091B32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091B32"/>
                </a:solidFill>
                <a:latin typeface="맑은 고딕"/>
              </a:rPr>
              <a:t>방안</a:t>
            </a:r>
            <a:endParaRPr sz="4000" b="1" dirty="0">
              <a:solidFill>
                <a:srgbClr val="091B32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12525" y="3321438"/>
            <a:ext cx="6217920" cy="2292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0F0F0F"/>
                </a:solidFill>
                <a:latin typeface="맑은 고딕"/>
              </a:rPr>
              <a:t>자치구별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쉼터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추가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설치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,</a:t>
            </a: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수용인원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확대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,</a:t>
            </a: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0F0F0F"/>
                </a:solidFill>
                <a:latin typeface="맑은 고딕"/>
              </a:rPr>
              <a:t>운영시간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및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냉방설비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보완의</a:t>
            </a:r>
            <a:endParaRPr sz="3200" b="1" dirty="0">
              <a:solidFill>
                <a:srgbClr val="0F0F0F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검토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자료로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활용</a:t>
            </a:r>
            <a:endParaRPr sz="3200" b="1" dirty="0">
              <a:solidFill>
                <a:srgbClr val="7E120E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18289" y="7352190"/>
            <a:ext cx="16258032" cy="1775349"/>
          </a:xfrm>
          <a:prstGeom prst="rect">
            <a:avLst/>
          </a:prstGeom>
          <a:solidFill>
            <a:srgbClr val="09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7659786"/>
            <a:ext cx="144018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  <a:latin typeface="맑은 고딕"/>
              </a:rPr>
              <a:t>폭염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사각지대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지도를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통해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지원이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시급한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곳을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endParaRPr lang="en-US" sz="3200" b="1" dirty="0">
              <a:solidFill>
                <a:srgbClr val="FFFFFF"/>
              </a:solidFill>
              <a:latin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  <a:latin typeface="맑은 고딕"/>
              </a:rPr>
              <a:t>빠르게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찾는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기준을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도출할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수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있었습니다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711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59</Words>
  <Application>Microsoft Office PowerPoint</Application>
  <PresentationFormat>사용자 지정</PresentationFormat>
  <Paragraphs>13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JUNGBU</dc:creator>
  <cp:lastModifiedBy>parkhyeonah</cp:lastModifiedBy>
  <cp:revision>9</cp:revision>
  <dcterms:created xsi:type="dcterms:W3CDTF">2006-08-16T00:00:00Z</dcterms:created>
  <dcterms:modified xsi:type="dcterms:W3CDTF">2026-09-14T00:20:15Z</dcterms:modified>
</cp:coreProperties>
</file>